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BC4369A-208B-4735-86AA-8AB6ACB37C49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E15D6B2-BCB1-42EA-A7DA-DD6BEF05ED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2096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15D6B2-BCB1-42EA-A7DA-DD6BEF05EDEB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558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C8EC42-9CC8-5172-C235-CE83877C5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4C62591-6EA3-F866-E4B3-9FEC82DA1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2DB3B4-8EB4-E50E-15E4-3D553735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20CDDC-C54D-0CF4-6937-14AB8129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CB2AFBF-7323-98DC-412A-3F556530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208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05E8D8-69FF-7499-F5CD-43137E9E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A29CA31-60A2-5B7E-0CBB-93FA4CC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E2775D-70C2-E05C-33AF-F283E047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5CD1D7A-4C2E-A947-41B9-3039BB2C4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5A4D305-3F10-30A7-C973-B227E5FA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0437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EA33A6-DDC7-7FAC-EFD2-9274D6EC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19F5CD0-ADFB-FF86-115F-FC360528F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EF40D87-7E2B-11BB-E2CA-32D200407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7F0AA0B-07F1-26C2-BEED-B876A6D6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0ECFECB-4E7C-857C-7B94-3B9A97F1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843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AF8D6C-8379-A9A5-33F1-F62F05C5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60E4355-4919-938F-1F71-85273C375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51FB562-A236-C704-EF7A-4B2FA8788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996A867-4187-7D30-5CA9-B7322A57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2DCF55F-4357-8F25-7AF1-E869B25A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7B20615-0591-1BD4-2C1D-64D3733C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918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4332C5-31CB-E247-FCBE-3B334378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26CA399-C398-B76B-CD2B-2A900997D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B9D57B8-8BB2-5FA7-BC33-D808A2D5F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F88B6F2-D555-7CCE-534D-65D97DE40F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983E557-31E6-230D-D6D7-CC8215F74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6A98163-9B12-39C3-9716-7E5702B2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DF54927-62BF-D141-E2E5-61A7B54D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1CC0677-A695-2097-D797-E27B32F5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742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4BB86D-CA05-3695-7F33-AC1EEA76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D167A4C-44B9-B01D-F7F9-11EAE9C3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1DB8087-CD4B-D604-E778-6D82ABB6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2FE0DB77-4EEC-B9B5-1419-08803241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004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851B938-ACF1-36D2-0AAC-9876B64B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3040571-8E04-BEF9-AE3B-6173F26AD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A71A02C-D06E-AC03-703C-FC1FE044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702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FE019C-7B10-1456-89DA-2876986F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A1FFB59-29DE-00EF-FDF8-3E551FBE6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EBF54D3-D04A-D9B9-B6DD-0F091A04B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F667726-F211-0164-22A6-5D562F980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102BE9B-DD20-CCE2-3F49-91E71978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560D0F5-6EF7-0282-4535-F44D3780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491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D0B122-4830-A904-91F8-F4B8DAE0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3C6C4E0-5D1F-FC45-853E-D744541E6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55E169B-9648-AF20-280B-3733BEA59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DADBA4D-E6C9-F61B-ACFF-279F3EA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B6375F5-3D85-D798-4EC0-80125255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9ED0EDD-7B9A-0ECA-4AC9-933AD85F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966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416FB32-3A96-2A90-08F9-59E24855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334E182-B490-8BE3-4F67-FC51EB61D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E353245-43CF-B157-9BBD-5B0F12E3B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966EAAD-3887-16E6-6937-7CE811E0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C45BD3-FEB1-3CA6-1B06-3C3A89F3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102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0FEE2B2-A9E9-FAA6-B649-6CE2E7E16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1E4D4AF-29BE-3C5B-10EF-A44E3EFB4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1C1AAAC-51C7-BD17-B67E-2DC5CBFD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B835303-3611-BCCC-A041-75C13AFB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09EEA76-2903-2B63-C41D-9D7D458C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808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D1D3AF3-28AD-99E7-DF59-A2151E45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51A6594-1DB1-C3CB-7A88-D203DE454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468E641-38A3-DFDA-CF3C-77FFC2B47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F11DA-8955-47E7-9C43-E377AF6524FC}" type="datetimeFigureOut">
              <a:rPr lang="he-IL" smtClean="0"/>
              <a:t>ט"ו/טבת/תשפ"ו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4B28AF-1F06-38B7-AF3E-EB1214AE1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3BB4FDF-0E8E-2E92-3503-AA11C4966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56F95-A476-4332-AAC7-15ADEEDF0A4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882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1D6531A4-4CAA-727C-4A01-2D37123D140C}"/>
              </a:ext>
            </a:extLst>
          </p:cNvPr>
          <p:cNvSpPr/>
          <p:nvPr/>
        </p:nvSpPr>
        <p:spPr>
          <a:xfrm>
            <a:off x="312801" y="276225"/>
            <a:ext cx="11563350" cy="6305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28F04A9E-E98B-FBA8-B980-2A9D539D9A47}"/>
              </a:ext>
            </a:extLst>
          </p:cNvPr>
          <p:cNvSpPr/>
          <p:nvPr/>
        </p:nvSpPr>
        <p:spPr>
          <a:xfrm>
            <a:off x="7077456" y="734019"/>
            <a:ext cx="4379976" cy="248716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413E66C7-FC5B-190F-080C-BB7764DBD9BB}"/>
              </a:ext>
            </a:extLst>
          </p:cNvPr>
          <p:cNvSpPr/>
          <p:nvPr/>
        </p:nvSpPr>
        <p:spPr>
          <a:xfrm>
            <a:off x="1399032" y="713232"/>
            <a:ext cx="4379976" cy="248716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503A6B7A-30FA-3C66-D298-4CC80376ACBF}"/>
              </a:ext>
            </a:extLst>
          </p:cNvPr>
          <p:cNvSpPr txBox="1"/>
          <p:nvPr/>
        </p:nvSpPr>
        <p:spPr>
          <a:xfrm>
            <a:off x="8833104" y="713231"/>
            <a:ext cx="1036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קטגוריות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4635B2D5-4BC9-D938-D5EA-ADF763E6A4ED}"/>
              </a:ext>
            </a:extLst>
          </p:cNvPr>
          <p:cNvSpPr txBox="1"/>
          <p:nvPr/>
        </p:nvSpPr>
        <p:spPr>
          <a:xfrm>
            <a:off x="3070860" y="638175"/>
            <a:ext cx="10363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מתנות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80BB216A-6F50-42A9-FE79-F63CB34BB1D6}"/>
              </a:ext>
            </a:extLst>
          </p:cNvPr>
          <p:cNvSpPr/>
          <p:nvPr/>
        </p:nvSpPr>
        <p:spPr>
          <a:xfrm>
            <a:off x="7243572" y="1082563"/>
            <a:ext cx="4047744" cy="197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7" name="מחבר ישר 16">
            <a:extLst>
              <a:ext uri="{FF2B5EF4-FFF2-40B4-BE49-F238E27FC236}">
                <a16:creationId xmlns:a16="http://schemas.microsoft.com/office/drawing/2014/main" id="{398AAD50-73B8-EC5F-24D3-9BA36F66A6B7}"/>
              </a:ext>
            </a:extLst>
          </p:cNvPr>
          <p:cNvCxnSpPr/>
          <p:nvPr/>
        </p:nvCxnSpPr>
        <p:spPr>
          <a:xfrm flipH="1">
            <a:off x="8714232" y="1417320"/>
            <a:ext cx="25054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DEAFD927-99B1-7191-1FAE-D924D1797D5D}"/>
              </a:ext>
            </a:extLst>
          </p:cNvPr>
          <p:cNvCxnSpPr>
            <a:cxnSpLocks/>
          </p:cNvCxnSpPr>
          <p:nvPr/>
        </p:nvCxnSpPr>
        <p:spPr>
          <a:xfrm>
            <a:off x="8519160" y="2651760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B7ACECA2-C336-EE58-A563-4A89951E61FB}"/>
              </a:ext>
            </a:extLst>
          </p:cNvPr>
          <p:cNvCxnSpPr>
            <a:cxnSpLocks/>
          </p:cNvCxnSpPr>
          <p:nvPr/>
        </p:nvCxnSpPr>
        <p:spPr>
          <a:xfrm>
            <a:off x="8519160" y="2322576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29DE5CBE-631B-9C3D-B97A-8B69D0CB8280}"/>
              </a:ext>
            </a:extLst>
          </p:cNvPr>
          <p:cNvCxnSpPr>
            <a:cxnSpLocks/>
          </p:cNvCxnSpPr>
          <p:nvPr/>
        </p:nvCxnSpPr>
        <p:spPr>
          <a:xfrm>
            <a:off x="8519160" y="2095761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מחבר ישר 22">
            <a:extLst>
              <a:ext uri="{FF2B5EF4-FFF2-40B4-BE49-F238E27FC236}">
                <a16:creationId xmlns:a16="http://schemas.microsoft.com/office/drawing/2014/main" id="{7AFEDA67-DBF7-776A-B42F-D7F367B4FA64}"/>
              </a:ext>
            </a:extLst>
          </p:cNvPr>
          <p:cNvCxnSpPr>
            <a:cxnSpLocks/>
          </p:cNvCxnSpPr>
          <p:nvPr/>
        </p:nvCxnSpPr>
        <p:spPr>
          <a:xfrm>
            <a:off x="8519160" y="1839729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מחבר ישר 23">
            <a:extLst>
              <a:ext uri="{FF2B5EF4-FFF2-40B4-BE49-F238E27FC236}">
                <a16:creationId xmlns:a16="http://schemas.microsoft.com/office/drawing/2014/main" id="{9A618B7B-67A6-8A04-CF97-0D6388BCBFEF}"/>
              </a:ext>
            </a:extLst>
          </p:cNvPr>
          <p:cNvCxnSpPr>
            <a:cxnSpLocks/>
          </p:cNvCxnSpPr>
          <p:nvPr/>
        </p:nvCxnSpPr>
        <p:spPr>
          <a:xfrm>
            <a:off x="8519160" y="1611129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008AD658-8E6B-C1F9-A982-63B974A466F2}"/>
              </a:ext>
            </a:extLst>
          </p:cNvPr>
          <p:cNvCxnSpPr>
            <a:cxnSpLocks/>
          </p:cNvCxnSpPr>
          <p:nvPr/>
        </p:nvCxnSpPr>
        <p:spPr>
          <a:xfrm>
            <a:off x="8519160" y="1336809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69454CA2-1331-EAEF-5158-7D059368FA91}"/>
              </a:ext>
            </a:extLst>
          </p:cNvPr>
          <p:cNvSpPr txBox="1"/>
          <p:nvPr/>
        </p:nvSpPr>
        <p:spPr>
          <a:xfrm>
            <a:off x="7415784" y="1179576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37F28BF9-C9E0-F58C-8BA6-6360E0D56931}"/>
              </a:ext>
            </a:extLst>
          </p:cNvPr>
          <p:cNvSpPr txBox="1"/>
          <p:nvPr/>
        </p:nvSpPr>
        <p:spPr>
          <a:xfrm>
            <a:off x="7415784" y="1977603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3F6919B5-B4F2-14B5-E136-1DF40FCE470B}"/>
              </a:ext>
            </a:extLst>
          </p:cNvPr>
          <p:cNvSpPr txBox="1"/>
          <p:nvPr/>
        </p:nvSpPr>
        <p:spPr>
          <a:xfrm>
            <a:off x="7415784" y="2293952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DBD34F75-BC52-0027-7802-EA1807B503E5}"/>
              </a:ext>
            </a:extLst>
          </p:cNvPr>
          <p:cNvSpPr txBox="1"/>
          <p:nvPr/>
        </p:nvSpPr>
        <p:spPr>
          <a:xfrm>
            <a:off x="7396734" y="1581780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DE1865C6-734D-3699-0F6B-E26A61B7F9B7}"/>
              </a:ext>
            </a:extLst>
          </p:cNvPr>
          <p:cNvSpPr txBox="1"/>
          <p:nvPr/>
        </p:nvSpPr>
        <p:spPr>
          <a:xfrm>
            <a:off x="6900672" y="2658272"/>
            <a:ext cx="13472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הוספה➕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FC9BFCC7-897B-5CD4-87F8-BB0CAB6F96B8}"/>
              </a:ext>
            </a:extLst>
          </p:cNvPr>
          <p:cNvSpPr/>
          <p:nvPr/>
        </p:nvSpPr>
        <p:spPr>
          <a:xfrm>
            <a:off x="1575816" y="1056071"/>
            <a:ext cx="4047744" cy="1971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33" name="מחבר ישר 32">
            <a:extLst>
              <a:ext uri="{FF2B5EF4-FFF2-40B4-BE49-F238E27FC236}">
                <a16:creationId xmlns:a16="http://schemas.microsoft.com/office/drawing/2014/main" id="{9C33F49A-8864-F9FC-1C33-47DC6BB5B99B}"/>
              </a:ext>
            </a:extLst>
          </p:cNvPr>
          <p:cNvCxnSpPr>
            <a:cxnSpLocks/>
          </p:cNvCxnSpPr>
          <p:nvPr/>
        </p:nvCxnSpPr>
        <p:spPr>
          <a:xfrm>
            <a:off x="2851404" y="2625268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מחבר ישר 33">
            <a:extLst>
              <a:ext uri="{FF2B5EF4-FFF2-40B4-BE49-F238E27FC236}">
                <a16:creationId xmlns:a16="http://schemas.microsoft.com/office/drawing/2014/main" id="{18ACDB7C-D4E3-6579-F46D-B82FE3B7988C}"/>
              </a:ext>
            </a:extLst>
          </p:cNvPr>
          <p:cNvCxnSpPr>
            <a:cxnSpLocks/>
          </p:cNvCxnSpPr>
          <p:nvPr/>
        </p:nvCxnSpPr>
        <p:spPr>
          <a:xfrm>
            <a:off x="2851404" y="2296084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מחבר ישר 34">
            <a:extLst>
              <a:ext uri="{FF2B5EF4-FFF2-40B4-BE49-F238E27FC236}">
                <a16:creationId xmlns:a16="http://schemas.microsoft.com/office/drawing/2014/main" id="{F3CD8DCD-7025-5BED-B95F-0A99AE62FCA7}"/>
              </a:ext>
            </a:extLst>
          </p:cNvPr>
          <p:cNvCxnSpPr>
            <a:cxnSpLocks/>
          </p:cNvCxnSpPr>
          <p:nvPr/>
        </p:nvCxnSpPr>
        <p:spPr>
          <a:xfrm>
            <a:off x="2851404" y="2069269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מחבר ישר 35">
            <a:extLst>
              <a:ext uri="{FF2B5EF4-FFF2-40B4-BE49-F238E27FC236}">
                <a16:creationId xmlns:a16="http://schemas.microsoft.com/office/drawing/2014/main" id="{00930522-F6E1-4C59-1F22-C43379A1A979}"/>
              </a:ext>
            </a:extLst>
          </p:cNvPr>
          <p:cNvCxnSpPr>
            <a:cxnSpLocks/>
          </p:cNvCxnSpPr>
          <p:nvPr/>
        </p:nvCxnSpPr>
        <p:spPr>
          <a:xfrm>
            <a:off x="2851404" y="1813237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מחבר ישר 36">
            <a:extLst>
              <a:ext uri="{FF2B5EF4-FFF2-40B4-BE49-F238E27FC236}">
                <a16:creationId xmlns:a16="http://schemas.microsoft.com/office/drawing/2014/main" id="{A070173D-5C64-82A1-A232-365E4B43EAFD}"/>
              </a:ext>
            </a:extLst>
          </p:cNvPr>
          <p:cNvCxnSpPr>
            <a:cxnSpLocks/>
          </p:cNvCxnSpPr>
          <p:nvPr/>
        </p:nvCxnSpPr>
        <p:spPr>
          <a:xfrm>
            <a:off x="2851404" y="1584637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מחבר ישר 37">
            <a:extLst>
              <a:ext uri="{FF2B5EF4-FFF2-40B4-BE49-F238E27FC236}">
                <a16:creationId xmlns:a16="http://schemas.microsoft.com/office/drawing/2014/main" id="{C602A701-E5CF-4F63-7BBF-07CD0306651C}"/>
              </a:ext>
            </a:extLst>
          </p:cNvPr>
          <p:cNvCxnSpPr>
            <a:cxnSpLocks/>
          </p:cNvCxnSpPr>
          <p:nvPr/>
        </p:nvCxnSpPr>
        <p:spPr>
          <a:xfrm>
            <a:off x="2851404" y="1310317"/>
            <a:ext cx="250240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תיבת טקסט 38">
            <a:extLst>
              <a:ext uri="{FF2B5EF4-FFF2-40B4-BE49-F238E27FC236}">
                <a16:creationId xmlns:a16="http://schemas.microsoft.com/office/drawing/2014/main" id="{F538BC21-5AF3-2F95-BF08-AE3B9D4DE259}"/>
              </a:ext>
            </a:extLst>
          </p:cNvPr>
          <p:cNvSpPr txBox="1"/>
          <p:nvPr/>
        </p:nvSpPr>
        <p:spPr>
          <a:xfrm>
            <a:off x="1748028" y="1153084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40" name="תיבת טקסט 39">
            <a:extLst>
              <a:ext uri="{FF2B5EF4-FFF2-40B4-BE49-F238E27FC236}">
                <a16:creationId xmlns:a16="http://schemas.microsoft.com/office/drawing/2014/main" id="{A50A378A-3091-3FE5-E2C4-E75FA5C0F553}"/>
              </a:ext>
            </a:extLst>
          </p:cNvPr>
          <p:cNvSpPr txBox="1"/>
          <p:nvPr/>
        </p:nvSpPr>
        <p:spPr>
          <a:xfrm>
            <a:off x="1748028" y="1951111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41" name="תיבת טקסט 40">
            <a:extLst>
              <a:ext uri="{FF2B5EF4-FFF2-40B4-BE49-F238E27FC236}">
                <a16:creationId xmlns:a16="http://schemas.microsoft.com/office/drawing/2014/main" id="{5D868F2C-B9C4-1807-46E4-1707BD249A50}"/>
              </a:ext>
            </a:extLst>
          </p:cNvPr>
          <p:cNvSpPr txBox="1"/>
          <p:nvPr/>
        </p:nvSpPr>
        <p:spPr>
          <a:xfrm>
            <a:off x="1748028" y="2267460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C9CBFF58-6680-2C10-0287-F7184701B48D}"/>
              </a:ext>
            </a:extLst>
          </p:cNvPr>
          <p:cNvSpPr txBox="1"/>
          <p:nvPr/>
        </p:nvSpPr>
        <p:spPr>
          <a:xfrm>
            <a:off x="1728978" y="1555288"/>
            <a:ext cx="96926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🗑️🖊️</a:t>
            </a:r>
          </a:p>
        </p:txBody>
      </p:sp>
      <p:sp>
        <p:nvSpPr>
          <p:cNvPr id="43" name="תיבת טקסט 42">
            <a:extLst>
              <a:ext uri="{FF2B5EF4-FFF2-40B4-BE49-F238E27FC236}">
                <a16:creationId xmlns:a16="http://schemas.microsoft.com/office/drawing/2014/main" id="{E0E082C0-251B-DC5E-75CC-2F0D1EE5C9BA}"/>
              </a:ext>
            </a:extLst>
          </p:cNvPr>
          <p:cNvSpPr txBox="1"/>
          <p:nvPr/>
        </p:nvSpPr>
        <p:spPr>
          <a:xfrm>
            <a:off x="1232916" y="2631780"/>
            <a:ext cx="13472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הוספה➕</a:t>
            </a:r>
          </a:p>
        </p:txBody>
      </p:sp>
      <p:graphicFrame>
        <p:nvGraphicFramePr>
          <p:cNvPr id="44" name="טבלה 43">
            <a:extLst>
              <a:ext uri="{FF2B5EF4-FFF2-40B4-BE49-F238E27FC236}">
                <a16:creationId xmlns:a16="http://schemas.microsoft.com/office/drawing/2014/main" id="{5D581911-7703-0075-37A1-7E5997EDC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946388"/>
              </p:ext>
            </p:extLst>
          </p:nvPr>
        </p:nvGraphicFramePr>
        <p:xfrm>
          <a:off x="1568577" y="1078754"/>
          <a:ext cx="4040886" cy="3657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46962">
                  <a:extLst>
                    <a:ext uri="{9D8B030D-6E8A-4147-A177-3AD203B41FA5}">
                      <a16:colId xmlns:a16="http://schemas.microsoft.com/office/drawing/2014/main" val="382268044"/>
                    </a:ext>
                  </a:extLst>
                </a:gridCol>
                <a:gridCol w="1346962">
                  <a:extLst>
                    <a:ext uri="{9D8B030D-6E8A-4147-A177-3AD203B41FA5}">
                      <a16:colId xmlns:a16="http://schemas.microsoft.com/office/drawing/2014/main" val="2589091299"/>
                    </a:ext>
                  </a:extLst>
                </a:gridCol>
                <a:gridCol w="1346962">
                  <a:extLst>
                    <a:ext uri="{9D8B030D-6E8A-4147-A177-3AD203B41FA5}">
                      <a16:colId xmlns:a16="http://schemas.microsoft.com/office/drawing/2014/main" val="2123270667"/>
                    </a:ext>
                  </a:extLst>
                </a:gridCol>
              </a:tblGrid>
              <a:tr h="267803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תורם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מס' רוכשים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עלות כרטיס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601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00078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</Words>
  <Application>Microsoft Office PowerPoint</Application>
  <PresentationFormat>מסך רחב</PresentationFormat>
  <Paragraphs>16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user1</dc:creator>
  <cp:lastModifiedBy>user1</cp:lastModifiedBy>
  <cp:revision>1</cp:revision>
  <dcterms:created xsi:type="dcterms:W3CDTF">2026-01-04T21:05:33Z</dcterms:created>
  <dcterms:modified xsi:type="dcterms:W3CDTF">2026-01-04T21:21:20Z</dcterms:modified>
</cp:coreProperties>
</file>